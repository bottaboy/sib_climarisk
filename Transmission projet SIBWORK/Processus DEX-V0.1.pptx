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notesMasterIdLst>
    <p:notesMasterId r:id="rId9"/>
  </p:notesMasterIdLst>
  <p:handoutMasterIdLst>
    <p:handoutMasterId r:id="rId10"/>
  </p:handoutMasterIdLst>
  <p:sldIdLst>
    <p:sldId id="259" r:id="rId2"/>
    <p:sldId id="263" r:id="rId3"/>
    <p:sldId id="277" r:id="rId4"/>
    <p:sldId id="274" r:id="rId5"/>
    <p:sldId id="280" r:id="rId6"/>
    <p:sldId id="275" r:id="rId7"/>
    <p:sldId id="279" r:id="rId8"/>
  </p:sldIdLst>
  <p:sldSz cx="13442950" cy="7561263"/>
  <p:notesSz cx="6858000" cy="9144000"/>
  <p:custDataLst>
    <p:tags r:id="rId11"/>
  </p:custDataLst>
  <p:defaultTextStyle>
    <a:defPPr>
      <a:defRPr lang="fr-FR"/>
    </a:defPPr>
    <a:lvl1pPr algn="l" defTabSz="1006475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503238" indent="-46038" algn="l" defTabSz="1006475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006475" indent="-92075" algn="l" defTabSz="1006475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511300" indent="-139700" algn="l" defTabSz="1006475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2014538" indent="-185738" algn="l" defTabSz="1006475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USSON Mireille" initials="BM" lastIdx="1" clrIdx="0">
    <p:extLst>
      <p:ext uri="{19B8F6BF-5375-455C-9EA6-DF929625EA0E}">
        <p15:presenceInfo xmlns:p15="http://schemas.microsoft.com/office/powerpoint/2012/main" userId="S-1-5-21-2550024727-2544908171-517837331-2526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9D9D9"/>
    <a:srgbClr val="5AC4F3"/>
    <a:srgbClr val="99D7F7"/>
    <a:srgbClr val="00965E"/>
    <a:srgbClr val="003DA5"/>
    <a:srgbClr val="64A70B"/>
    <a:srgbClr val="E10098"/>
    <a:srgbClr val="9B3259"/>
    <a:srgbClr val="97D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101" d="100"/>
          <a:sy n="101" d="100"/>
        </p:scale>
        <p:origin x="46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382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9B33831B-15B3-425A-801E-EB2DDF4BD3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00803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4BFA7C0-374D-425B-95A9-9D2EA9AC2E8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0A998566-80F7-41E1-83B5-D98A0180CDA5}" type="datetimeFigureOut">
              <a:rPr lang="fr-FR"/>
              <a:pPr>
                <a:defRPr/>
              </a:pPr>
              <a:t>31/05/2024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90E6C09-F0A2-4365-8AB3-CD5327054E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00803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411D2BD-B22B-4B32-B08C-2500270AAE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8A056F2-65C4-48B4-821B-00A318605DD4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'image des diapositives 3">
            <a:extLst>
              <a:ext uri="{FF2B5EF4-FFF2-40B4-BE49-F238E27FC236}">
                <a16:creationId xmlns:a16="http://schemas.microsoft.com/office/drawing/2014/main" id="{9D8BF3D0-63F1-4BFA-A029-529D647074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fr-FR" noProof="0"/>
          </a:p>
        </p:txBody>
      </p:sp>
      <p:sp>
        <p:nvSpPr>
          <p:cNvPr id="5" name="Espace réservé des commentaires 4">
            <a:extLst>
              <a:ext uri="{FF2B5EF4-FFF2-40B4-BE49-F238E27FC236}">
                <a16:creationId xmlns:a16="http://schemas.microsoft.com/office/drawing/2014/main" id="{FAB20ED9-2E39-4568-9ED9-1B2BFB2554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Arial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Arial" charset="0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Arial" charset="0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Arial" charset="0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Arial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_A_SANS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6020BD5-7438-5248-A04B-BFC0262E26CA}"/>
              </a:ext>
            </a:extLst>
          </p:cNvPr>
          <p:cNvSpPr/>
          <p:nvPr userDrawn="1"/>
        </p:nvSpPr>
        <p:spPr>
          <a:xfrm>
            <a:off x="528787" y="7231421"/>
            <a:ext cx="413575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fr-FR" sz="700" b="1" dirty="0">
                <a:solidFill>
                  <a:srgbClr val="000000"/>
                </a:solidFill>
                <a:effectLst/>
                <a:latin typeface="Marianne" panose="02000000000000000000" pitchFamily="2" charset="0"/>
              </a:rPr>
              <a:t>OFB / DSI</a:t>
            </a:r>
            <a:endParaRPr lang="fr-FR" sz="700" dirty="0">
              <a:solidFill>
                <a:srgbClr val="000000"/>
              </a:solidFill>
              <a:effectLst/>
              <a:latin typeface="Marianne" panose="02000000000000000000" pitchFamily="2" charset="0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253B5DB0-E2A2-AB4B-9C22-382CB684FF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09" r="29266" b="832"/>
          <a:stretch/>
        </p:blipFill>
        <p:spPr>
          <a:xfrm>
            <a:off x="7353609" y="2150405"/>
            <a:ext cx="6088636" cy="5410857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130B0C7-7C29-48C4-89DA-AED5DB05C8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81915" y="7130501"/>
            <a:ext cx="609696" cy="3095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C2E984DB-8E26-4E68-9CB1-9AC00B4BAFEF}" type="slidenum">
              <a:rPr lang="fr-FR" altLang="fr-FR" sz="700" b="1" smtClean="0">
                <a:solidFill>
                  <a:srgbClr val="000000"/>
                </a:solidFill>
                <a:latin typeface="Marianne" panose="02000000000000000000" pitchFamily="2" charset="0"/>
                <a:cs typeface="Arial" panose="020B0604020202020204" pitchFamily="34" charset="0"/>
              </a:rPr>
              <a:pPr algn="r" eaLnBrk="1" hangingPunct="1">
                <a:defRPr/>
              </a:pPr>
              <a:t>‹N°›</a:t>
            </a:fld>
            <a:endParaRPr lang="fr-FR" altLang="fr-FR" sz="700" b="1" dirty="0">
              <a:solidFill>
                <a:srgbClr val="000000"/>
              </a:solidFill>
              <a:latin typeface="Marianne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3977" name="Espace réservé du titre 1"/>
          <p:cNvSpPr>
            <a:spLocks noGrp="1"/>
          </p:cNvSpPr>
          <p:nvPr>
            <p:ph type="ctrTitle" hasCustomPrompt="1"/>
          </p:nvPr>
        </p:nvSpPr>
        <p:spPr>
          <a:xfrm>
            <a:off x="528638" y="2304858"/>
            <a:ext cx="8928992" cy="3790465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1006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200" b="1" i="0" baseline="0">
                <a:solidFill>
                  <a:srgbClr val="000000"/>
                </a:solidFill>
                <a:latin typeface="Marianne" panose="02000000000000000000" pitchFamily="2" charset="0"/>
              </a:defRPr>
            </a:lvl1pPr>
          </a:lstStyle>
          <a:p>
            <a:pPr marL="0" marR="0" lvl="0" indent="0" algn="l" defTabSz="1006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/>
              <a:t>MODIFIEZ LE STYLE DU TITRE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BD517998-B85F-294A-94E8-05E54B39344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8787" y="540272"/>
            <a:ext cx="1774442" cy="1556158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3860295D-5C72-2743-B56D-7805DDE0AB5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707990" y="540272"/>
            <a:ext cx="1175920" cy="1556158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02A08F76-D52E-894E-B2A8-2D1A9EE4951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305931" y="7130501"/>
            <a:ext cx="609696" cy="3095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defRPr/>
            </a:pPr>
            <a:r>
              <a:rPr lang="fr-FR" altLang="fr-FR" sz="700" b="1" dirty="0">
                <a:solidFill>
                  <a:srgbClr val="000000"/>
                </a:solidFill>
                <a:latin typeface="Marianne" panose="02000000000000000000" pitchFamily="2" charset="0"/>
                <a:cs typeface="Arial" panose="020B0604020202020204" pitchFamily="34" charset="0"/>
              </a:rPr>
              <a:t>09/04/2024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DD65A345-26EE-0942-A0AA-AC5D49B541C1}"/>
              </a:ext>
            </a:extLst>
          </p:cNvPr>
          <p:cNvCxnSpPr>
            <a:cxnSpLocks/>
          </p:cNvCxnSpPr>
          <p:nvPr userDrawn="1"/>
        </p:nvCxnSpPr>
        <p:spPr>
          <a:xfrm>
            <a:off x="528787" y="7020991"/>
            <a:ext cx="8280920" cy="0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3785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_B_AVEC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DD26886-773F-5646-8BA3-675E5F168A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8787" y="540272"/>
            <a:ext cx="1774442" cy="155615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61B725C-19D4-0F4C-8855-82AAB8452A3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07990" y="540272"/>
            <a:ext cx="1175920" cy="1556158"/>
          </a:xfrm>
          <a:prstGeom prst="rect">
            <a:avLst/>
          </a:prstGeom>
        </p:spPr>
      </p:pic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73047745-F0D7-2A4E-94BD-543D8AF4010B}"/>
              </a:ext>
            </a:extLst>
          </p:cNvPr>
          <p:cNvCxnSpPr>
            <a:cxnSpLocks/>
          </p:cNvCxnSpPr>
          <p:nvPr userDrawn="1"/>
        </p:nvCxnSpPr>
        <p:spPr>
          <a:xfrm>
            <a:off x="528787" y="7020991"/>
            <a:ext cx="12385526" cy="0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itre 1">
            <a:extLst>
              <a:ext uri="{FF2B5EF4-FFF2-40B4-BE49-F238E27FC236}">
                <a16:creationId xmlns:a16="http://schemas.microsoft.com/office/drawing/2014/main" id="{B3A1F669-4B0A-404C-B26D-A0D071F3573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8787" y="2295089"/>
            <a:ext cx="8928992" cy="3790465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1006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200" b="1" i="0" baseline="0">
                <a:solidFill>
                  <a:schemeClr val="bg1"/>
                </a:solidFill>
                <a:latin typeface="Marianne" panose="02000000000000000000" pitchFamily="2" charset="0"/>
              </a:defRPr>
            </a:lvl1pPr>
          </a:lstStyle>
          <a:p>
            <a:pPr marL="0" marR="0" lvl="0" indent="0" algn="l" defTabSz="1006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939693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 fond cou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20B96BF-68DF-DD44-8857-73CA7E8337F5}"/>
              </a:ext>
            </a:extLst>
          </p:cNvPr>
          <p:cNvSpPr/>
          <p:nvPr userDrawn="1"/>
        </p:nvSpPr>
        <p:spPr>
          <a:xfrm>
            <a:off x="528638" y="1044327"/>
            <a:ext cx="12914313" cy="5976664"/>
          </a:xfrm>
          <a:prstGeom prst="rect">
            <a:avLst/>
          </a:prstGeom>
          <a:solidFill>
            <a:srgbClr val="5AC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>
                <a:noFill/>
              </a:ln>
              <a:solidFill>
                <a:srgbClr val="99D7F7"/>
              </a:solidFill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3013AB0-DD7E-1B41-8B98-E174EA08F6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000" y="270000"/>
            <a:ext cx="576064" cy="505199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0511B9E-CBE1-C746-82A7-31515948F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21745" y="270000"/>
            <a:ext cx="381757" cy="505199"/>
          </a:xfrm>
          <a:prstGeom prst="rect">
            <a:avLst/>
          </a:prstGeom>
        </p:spPr>
      </p:pic>
      <p:sp>
        <p:nvSpPr>
          <p:cNvPr id="11" name="Espace réservé du titre 1">
            <a:extLst>
              <a:ext uri="{FF2B5EF4-FFF2-40B4-BE49-F238E27FC236}">
                <a16:creationId xmlns:a16="http://schemas.microsoft.com/office/drawing/2014/main" id="{653D29F6-6054-734C-BA42-797154AF98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0000" y="1339585"/>
            <a:ext cx="8947024" cy="5386148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1006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200" b="1" i="0" baseline="0">
                <a:solidFill>
                  <a:schemeClr val="bg1"/>
                </a:solidFill>
                <a:latin typeface="Marianne" panose="02000000000000000000" pitchFamily="2" charset="0"/>
              </a:defRPr>
            </a:lvl1pPr>
          </a:lstStyle>
          <a:p>
            <a:pPr marL="0" marR="0" lvl="0" indent="0" algn="l" defTabSz="1006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/>
              <a:t>MODIFIEZ LE STYLE DU TITRE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F99D3FD1-70EE-BB4B-8EC3-4495EC08C83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" r="75"/>
          <a:stretch/>
        </p:blipFill>
        <p:spPr>
          <a:xfrm>
            <a:off x="6144161" y="2916536"/>
            <a:ext cx="7298789" cy="4644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444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 fo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33013AB0-DD7E-1B41-8B98-E174EA08F6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000" y="270000"/>
            <a:ext cx="576064" cy="505199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0511B9E-CBE1-C746-82A7-31515948F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21745" y="270000"/>
            <a:ext cx="381757" cy="505199"/>
          </a:xfrm>
          <a:prstGeom prst="rect">
            <a:avLst/>
          </a:prstGeom>
        </p:spPr>
      </p:pic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2C23C750-13C5-7149-9E8A-551AD46EFDE9}"/>
              </a:ext>
            </a:extLst>
          </p:cNvPr>
          <p:cNvCxnSpPr>
            <a:cxnSpLocks/>
          </p:cNvCxnSpPr>
          <p:nvPr userDrawn="1"/>
        </p:nvCxnSpPr>
        <p:spPr>
          <a:xfrm>
            <a:off x="528787" y="7020991"/>
            <a:ext cx="12385526" cy="0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itre 1">
            <a:extLst>
              <a:ext uri="{FF2B5EF4-FFF2-40B4-BE49-F238E27FC236}">
                <a16:creationId xmlns:a16="http://schemas.microsoft.com/office/drawing/2014/main" id="{C8D30BA1-D006-0A40-9165-D6348EB15D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0000" y="1339585"/>
            <a:ext cx="8947024" cy="5386148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1006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200" b="1" i="0" baseline="0">
                <a:solidFill>
                  <a:schemeClr val="bg1"/>
                </a:solidFill>
                <a:latin typeface="Marianne" panose="02000000000000000000" pitchFamily="2" charset="0"/>
              </a:defRPr>
            </a:lvl1pPr>
          </a:lstStyle>
          <a:p>
            <a:pPr marL="0" marR="0" lvl="0" indent="0" algn="l" defTabSz="1006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263349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quet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A25398F0-12A4-844F-9157-1FFBACAFD0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000" y="270000"/>
            <a:ext cx="576064" cy="50519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30059D5-5E92-224A-BCE2-60F0ACEB8B0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21745" y="270000"/>
            <a:ext cx="381757" cy="505199"/>
          </a:xfrm>
          <a:prstGeom prst="rect">
            <a:avLst/>
          </a:prstGeom>
        </p:spPr>
      </p:pic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10208860-1ACB-5242-82D9-E58DD04573F5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39999" y="1280398"/>
            <a:ext cx="12374314" cy="2968727"/>
          </a:xfrm>
        </p:spPr>
        <p:txBody>
          <a:bodyPr lIns="0" tIns="0" rIns="0" bIns="0"/>
          <a:lstStyle>
            <a:lvl1pPr marL="266700" indent="-258763">
              <a:tabLst/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 marL="266700" indent="-258763">
              <a:tabLst/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 marL="266700" indent="-258763">
              <a:tabLst/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 marL="266700" indent="-258763">
              <a:tabLst/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 marL="266700" indent="-258763">
              <a:tabLst/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6EAFB93A-3D04-E34F-8733-60DFA872EDC2}"/>
              </a:ext>
            </a:extLst>
          </p:cNvPr>
          <p:cNvCxnSpPr>
            <a:cxnSpLocks/>
          </p:cNvCxnSpPr>
          <p:nvPr userDrawn="1"/>
        </p:nvCxnSpPr>
        <p:spPr>
          <a:xfrm>
            <a:off x="528787" y="7020991"/>
            <a:ext cx="12385526" cy="0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space réservé pour une image  3">
            <a:extLst>
              <a:ext uri="{FF2B5EF4-FFF2-40B4-BE49-F238E27FC236}">
                <a16:creationId xmlns:a16="http://schemas.microsoft.com/office/drawing/2014/main" id="{FDD7E8DA-1BED-D940-8B63-B0BF4B09D6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9999" y="4254830"/>
            <a:ext cx="3822451" cy="2550134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6" name="Espace réservé pour une image  3">
            <a:extLst>
              <a:ext uri="{FF2B5EF4-FFF2-40B4-BE49-F238E27FC236}">
                <a16:creationId xmlns:a16="http://schemas.microsoft.com/office/drawing/2014/main" id="{69368592-4E3E-F645-AEAF-FB1BB89CBC3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10125" y="4254830"/>
            <a:ext cx="3819525" cy="2550134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7" name="Espace réservé pour une image  3">
            <a:extLst>
              <a:ext uri="{FF2B5EF4-FFF2-40B4-BE49-F238E27FC236}">
                <a16:creationId xmlns:a16="http://schemas.microsoft.com/office/drawing/2014/main" id="{5391F702-B059-2846-8D51-69A754266C1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77325" y="4254830"/>
            <a:ext cx="3826177" cy="2550134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3941899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 userDrawn="1">
          <p15:clr>
            <a:srgbClr val="FBAE40"/>
          </p15:clr>
        </p15:guide>
        <p15:guide id="2" pos="2748" userDrawn="1">
          <p15:clr>
            <a:srgbClr val="FBAE40"/>
          </p15:clr>
        </p15:guide>
        <p15:guide id="3" pos="3030" userDrawn="1">
          <p15:clr>
            <a:srgbClr val="FBAE40"/>
          </p15:clr>
        </p15:guide>
        <p15:guide id="4" pos="5436" userDrawn="1">
          <p15:clr>
            <a:srgbClr val="FBAE40"/>
          </p15:clr>
        </p15:guide>
        <p15:guide id="5" pos="5718" userDrawn="1">
          <p15:clr>
            <a:srgbClr val="FBAE40"/>
          </p15:clr>
        </p15:guide>
        <p15:guide id="6" pos="333" userDrawn="1">
          <p15:clr>
            <a:srgbClr val="FBAE40"/>
          </p15:clr>
        </p15:guide>
        <p15:guide id="7" pos="8135" userDrawn="1">
          <p15:clr>
            <a:srgbClr val="FBAE40"/>
          </p15:clr>
        </p15:guide>
        <p15:guide id="8" orient="horz" pos="80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quet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95FE60-5AFD-5246-907F-69D15F86E751}"/>
              </a:ext>
            </a:extLst>
          </p:cNvPr>
          <p:cNvSpPr/>
          <p:nvPr userDrawn="1"/>
        </p:nvSpPr>
        <p:spPr>
          <a:xfrm>
            <a:off x="528637" y="4068663"/>
            <a:ext cx="12385676" cy="29523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25398F0-12A4-844F-9157-1FFBACAFD0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000" y="270000"/>
            <a:ext cx="576064" cy="50519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30059D5-5E92-224A-BCE2-60F0ACEB8B0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21745" y="270000"/>
            <a:ext cx="381757" cy="505199"/>
          </a:xfrm>
          <a:prstGeom prst="rect">
            <a:avLst/>
          </a:prstGeom>
        </p:spPr>
      </p:pic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10208860-1ACB-5242-82D9-E58DD04573F5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39999" y="1280398"/>
            <a:ext cx="12374314" cy="2500233"/>
          </a:xfrm>
        </p:spPr>
        <p:txBody>
          <a:bodyPr lIns="0" tIns="0" rIns="0" bIns="0"/>
          <a:lstStyle>
            <a:lvl1pPr marL="266700" indent="-258763">
              <a:tabLst/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 marL="266700" indent="-258763">
              <a:tabLst/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 marL="266700" indent="-258763">
              <a:tabLst/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 marL="266700" indent="-258763">
              <a:tabLst/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 marL="266700" indent="-258763">
              <a:tabLst/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81640D3F-4843-C748-9B3B-A5855515489F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810565" y="4305089"/>
            <a:ext cx="7887574" cy="2480975"/>
          </a:xfrm>
        </p:spPr>
        <p:txBody>
          <a:bodyPr lIns="0" tIns="0" rIns="0" bIns="0"/>
          <a:lstStyle>
            <a:lvl1pPr marL="266700" indent="-258763">
              <a:tabLst/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 marL="266700" indent="-258763">
              <a:tabLst/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 marL="266700" indent="-258763">
              <a:tabLst/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 marL="266700" indent="-258763">
              <a:tabLst/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 marL="266700" indent="-258763">
              <a:tabLst/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6EAFB93A-3D04-E34F-8733-60DFA872EDC2}"/>
              </a:ext>
            </a:extLst>
          </p:cNvPr>
          <p:cNvCxnSpPr>
            <a:cxnSpLocks/>
          </p:cNvCxnSpPr>
          <p:nvPr userDrawn="1"/>
        </p:nvCxnSpPr>
        <p:spPr>
          <a:xfrm>
            <a:off x="528787" y="7020991"/>
            <a:ext cx="12385526" cy="0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283C5357-DFFD-FD4B-9418-C724B64BF60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6819" y="4304778"/>
            <a:ext cx="3545631" cy="2480975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1151965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2" userDrawn="1">
          <p15:clr>
            <a:srgbClr val="FBAE40"/>
          </p15:clr>
        </p15:guide>
        <p15:guide id="2" pos="2748">
          <p15:clr>
            <a:srgbClr val="FBAE40"/>
          </p15:clr>
        </p15:guide>
        <p15:guide id="3" pos="3030">
          <p15:clr>
            <a:srgbClr val="FBAE40"/>
          </p15:clr>
        </p15:guide>
        <p15:guide id="4" pos="5436">
          <p15:clr>
            <a:srgbClr val="FBAE40"/>
          </p15:clr>
        </p15:guide>
        <p15:guide id="5" pos="5718">
          <p15:clr>
            <a:srgbClr val="FBAE40"/>
          </p15:clr>
        </p15:guide>
        <p15:guide id="6" pos="333">
          <p15:clr>
            <a:srgbClr val="FBAE40"/>
          </p15:clr>
        </p15:guide>
        <p15:guide id="7" pos="8135">
          <p15:clr>
            <a:srgbClr val="FBAE40"/>
          </p15:clr>
        </p15:guide>
        <p15:guide id="8" orient="horz" pos="8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quet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A25398F0-12A4-844F-9157-1FFBACAFD0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000" y="270000"/>
            <a:ext cx="576064" cy="50519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30059D5-5E92-224A-BCE2-60F0ACEB8B0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21745" y="270000"/>
            <a:ext cx="381757" cy="505199"/>
          </a:xfrm>
          <a:prstGeom prst="rect">
            <a:avLst/>
          </a:prstGeom>
        </p:spPr>
      </p:pic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10208860-1ACB-5242-82D9-E58DD04573F5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810125" y="1280398"/>
            <a:ext cx="8104188" cy="5740592"/>
          </a:xfrm>
        </p:spPr>
        <p:txBody>
          <a:bodyPr lIns="0" tIns="0" rIns="0" bIns="0"/>
          <a:lstStyle>
            <a:lvl1pPr marL="266700" indent="-258763">
              <a:tabLst/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 marL="266700" indent="-258763">
              <a:tabLst/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 marL="266700" indent="-258763">
              <a:tabLst/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 marL="266700" indent="-258763">
              <a:tabLst/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 marL="266700" indent="-258763">
              <a:tabLst/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9" name="Espace réservé pour une image  3">
            <a:extLst>
              <a:ext uri="{FF2B5EF4-FFF2-40B4-BE49-F238E27FC236}">
                <a16:creationId xmlns:a16="http://schemas.microsoft.com/office/drawing/2014/main" id="{99C6C871-8DB3-3C4A-87B0-6EDFFA1D99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00" y="1280398"/>
            <a:ext cx="3822450" cy="5740582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6EAFB93A-3D04-E34F-8733-60DFA872EDC2}"/>
              </a:ext>
            </a:extLst>
          </p:cNvPr>
          <p:cNvCxnSpPr>
            <a:cxnSpLocks/>
          </p:cNvCxnSpPr>
          <p:nvPr userDrawn="1"/>
        </p:nvCxnSpPr>
        <p:spPr>
          <a:xfrm>
            <a:off x="528787" y="7020991"/>
            <a:ext cx="12385526" cy="0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9585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2748">
          <p15:clr>
            <a:srgbClr val="FBAE40"/>
          </p15:clr>
        </p15:guide>
        <p15:guide id="3" pos="3030">
          <p15:clr>
            <a:srgbClr val="FBAE40"/>
          </p15:clr>
        </p15:guide>
        <p15:guide id="4" pos="5436">
          <p15:clr>
            <a:srgbClr val="FBAE40"/>
          </p15:clr>
        </p15:guide>
        <p15:guide id="5" pos="5718">
          <p15:clr>
            <a:srgbClr val="FBAE40"/>
          </p15:clr>
        </p15:guide>
        <p15:guide id="6" pos="333">
          <p15:clr>
            <a:srgbClr val="FBAE40"/>
          </p15:clr>
        </p15:guide>
        <p15:guide id="7" pos="8135">
          <p15:clr>
            <a:srgbClr val="FBAE40"/>
          </p15:clr>
        </p15:guide>
        <p15:guide id="8" orient="horz" pos="8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quet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A25398F0-12A4-844F-9157-1FFBACAFD0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000" y="270000"/>
            <a:ext cx="576064" cy="50519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30059D5-5E92-224A-BCE2-60F0ACEB8B0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21745" y="270000"/>
            <a:ext cx="381757" cy="505199"/>
          </a:xfrm>
          <a:prstGeom prst="rect">
            <a:avLst/>
          </a:prstGeom>
        </p:spPr>
      </p:pic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10208860-1ACB-5242-82D9-E58DD04573F5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34987" y="1280398"/>
            <a:ext cx="8104188" cy="5740592"/>
          </a:xfrm>
        </p:spPr>
        <p:txBody>
          <a:bodyPr lIns="0" tIns="0" rIns="0" bIns="0"/>
          <a:lstStyle>
            <a:lvl1pPr marL="266700" indent="-258763">
              <a:tabLst/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 marL="266700" indent="-258763">
              <a:tabLst/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 marL="266700" indent="-258763">
              <a:tabLst/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 marL="266700" indent="-258763">
              <a:tabLst/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 marL="266700" indent="-258763">
              <a:tabLst/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9" name="Espace réservé pour une image  3">
            <a:extLst>
              <a:ext uri="{FF2B5EF4-FFF2-40B4-BE49-F238E27FC236}">
                <a16:creationId xmlns:a16="http://schemas.microsoft.com/office/drawing/2014/main" id="{99C6C871-8DB3-3C4A-87B0-6EDFFA1D99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80501" y="1280398"/>
            <a:ext cx="3833812" cy="5740582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6EAFB93A-3D04-E34F-8733-60DFA872EDC2}"/>
              </a:ext>
            </a:extLst>
          </p:cNvPr>
          <p:cNvCxnSpPr>
            <a:cxnSpLocks/>
          </p:cNvCxnSpPr>
          <p:nvPr userDrawn="1"/>
        </p:nvCxnSpPr>
        <p:spPr>
          <a:xfrm>
            <a:off x="528787" y="7020991"/>
            <a:ext cx="12385526" cy="0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5322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2748">
          <p15:clr>
            <a:srgbClr val="FBAE40"/>
          </p15:clr>
        </p15:guide>
        <p15:guide id="3" pos="3030">
          <p15:clr>
            <a:srgbClr val="FBAE40"/>
          </p15:clr>
        </p15:guide>
        <p15:guide id="4" pos="5436">
          <p15:clr>
            <a:srgbClr val="FBAE40"/>
          </p15:clr>
        </p15:guide>
        <p15:guide id="5" pos="5718">
          <p15:clr>
            <a:srgbClr val="FBAE40"/>
          </p15:clr>
        </p15:guide>
        <p15:guide id="6" pos="333">
          <p15:clr>
            <a:srgbClr val="FBAE40"/>
          </p15:clr>
        </p15:guide>
        <p15:guide id="7" pos="8135">
          <p15:clr>
            <a:srgbClr val="FBAE40"/>
          </p15:clr>
        </p15:guide>
        <p15:guide id="8" orient="horz" pos="80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quette 5 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B1F7BE8B-41C3-DF4C-9F4B-671374F9074C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39999" y="1280398"/>
            <a:ext cx="12374314" cy="5740593"/>
          </a:xfrm>
        </p:spPr>
        <p:txBody>
          <a:bodyPr lIns="0" tIns="0" rIns="0" bIns="0"/>
          <a:lstStyle>
            <a:lvl1pPr marL="266700" indent="-258763">
              <a:tabLst/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 marL="266700" indent="-258763">
              <a:tabLst/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 marL="266700" indent="-258763">
              <a:tabLst/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 marL="266700" indent="-258763">
              <a:tabLst/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 marL="266700" indent="-258763">
              <a:tabLst/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7CABE98-3E15-074B-89E4-377752EF79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000" y="270000"/>
            <a:ext cx="576064" cy="505199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BF1CFCB6-8D32-1941-A04C-818DBEC207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21745" y="270000"/>
            <a:ext cx="381757" cy="505199"/>
          </a:xfrm>
          <a:prstGeom prst="rect">
            <a:avLst/>
          </a:prstGeom>
        </p:spPr>
      </p:pic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C79BE8E1-3D77-6543-875D-65F5AC4152E6}"/>
              </a:ext>
            </a:extLst>
          </p:cNvPr>
          <p:cNvCxnSpPr>
            <a:cxnSpLocks/>
          </p:cNvCxnSpPr>
          <p:nvPr userDrawn="1"/>
        </p:nvCxnSpPr>
        <p:spPr>
          <a:xfrm>
            <a:off x="528787" y="7020991"/>
            <a:ext cx="12385526" cy="0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8193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10">
            <a:extLst>
              <a:ext uri="{FF2B5EF4-FFF2-40B4-BE49-F238E27FC236}">
                <a16:creationId xmlns:a16="http://schemas.microsoft.com/office/drawing/2014/main" id="{1D39178C-D876-4DB8-B66C-3F0A178918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28787" y="1763713"/>
            <a:ext cx="12098656" cy="499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ajouter un texte</a:t>
            </a:r>
          </a:p>
          <a:p>
            <a:pPr lvl="1"/>
            <a:r>
              <a:rPr lang="fr-FR" altLang="fr-FR" dirty="0"/>
              <a:t>Deuxième niveau</a:t>
            </a:r>
          </a:p>
          <a:p>
            <a:pPr lvl="2"/>
            <a:r>
              <a:rPr lang="fr-FR" altLang="fr-FR" dirty="0"/>
              <a:t>Troisième niveau</a:t>
            </a:r>
          </a:p>
          <a:p>
            <a:pPr lvl="3"/>
            <a:r>
              <a:rPr lang="fr-FR" altLang="fr-FR" dirty="0"/>
              <a:t>Quatrième niveau</a:t>
            </a:r>
          </a:p>
          <a:p>
            <a:pPr lvl="4"/>
            <a:r>
              <a:rPr lang="fr-FR" altLang="fr-FR" dirty="0"/>
              <a:t>Cinquième niveau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F80B98-839B-F94F-B352-D978AD48E0D1}"/>
              </a:ext>
            </a:extLst>
          </p:cNvPr>
          <p:cNvSpPr/>
          <p:nvPr userDrawn="1"/>
        </p:nvSpPr>
        <p:spPr>
          <a:xfrm>
            <a:off x="528787" y="7231421"/>
            <a:ext cx="413575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fr-FR" sz="700" b="1" dirty="0">
                <a:solidFill>
                  <a:srgbClr val="000000"/>
                </a:solidFill>
                <a:effectLst/>
                <a:latin typeface="Marianne" panose="02000000000000000000" pitchFamily="2" charset="0"/>
              </a:rPr>
              <a:t>OFB / DSI</a:t>
            </a:r>
            <a:endParaRPr lang="fr-FR" sz="700" dirty="0">
              <a:solidFill>
                <a:srgbClr val="000000"/>
              </a:solidFill>
              <a:effectLst/>
              <a:latin typeface="Marianne" panose="02000000000000000000" pitchFamily="2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C402255-1A53-0C43-82FB-AC04B61982A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681915" y="7130501"/>
            <a:ext cx="609696" cy="3095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C2E984DB-8E26-4E68-9CB1-9AC00B4BAFEF}" type="slidenum">
              <a:rPr lang="fr-FR" altLang="fr-FR" sz="700" b="1" smtClean="0">
                <a:solidFill>
                  <a:srgbClr val="000000"/>
                </a:solidFill>
                <a:latin typeface="Marianne" panose="02000000000000000000" pitchFamily="2" charset="0"/>
                <a:cs typeface="Arial" panose="020B0604020202020204" pitchFamily="34" charset="0"/>
              </a:rPr>
              <a:pPr algn="r" eaLnBrk="1" hangingPunct="1">
                <a:defRPr/>
              </a:pPr>
              <a:t>‹N°›</a:t>
            </a:fld>
            <a:endParaRPr lang="fr-FR" altLang="fr-FR" sz="700" b="1" dirty="0">
              <a:solidFill>
                <a:srgbClr val="000000"/>
              </a:solidFill>
              <a:latin typeface="Marianne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7A764FB-C511-764D-B36D-A1A0C2EB552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304467" y="7130501"/>
            <a:ext cx="609696" cy="3095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defRPr/>
            </a:pPr>
            <a:r>
              <a:rPr lang="fr-FR" altLang="fr-FR" sz="700" b="1" dirty="0">
                <a:solidFill>
                  <a:srgbClr val="000000"/>
                </a:solidFill>
                <a:latin typeface="Marianne" panose="02000000000000000000" pitchFamily="2" charset="0"/>
                <a:cs typeface="Arial" panose="020B0604020202020204" pitchFamily="34" charset="0"/>
              </a:rPr>
              <a:t>09/04/2024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25" r:id="rId2"/>
    <p:sldLayoutId id="2147483736" r:id="rId3"/>
    <p:sldLayoutId id="2147483737" r:id="rId4"/>
    <p:sldLayoutId id="2147483726" r:id="rId5"/>
    <p:sldLayoutId id="2147483738" r:id="rId6"/>
    <p:sldLayoutId id="2147483739" r:id="rId7"/>
    <p:sldLayoutId id="2147483740" r:id="rId8"/>
    <p:sldLayoutId id="2147483730" r:id="rId9"/>
  </p:sldLayoutIdLst>
  <p:hf hdr="0" ftr="0"/>
  <p:txStyles>
    <p:titleStyle>
      <a:lvl1pPr algn="l" defTabSz="1006475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Marianne" panose="02000000000000000000" pitchFamily="2" charset="0"/>
          <a:ea typeface="+mj-ea"/>
          <a:cs typeface="+mj-cs"/>
        </a:defRPr>
      </a:lvl1pPr>
      <a:lvl2pPr algn="l" defTabSz="1006475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5E8B"/>
          </a:solidFill>
          <a:latin typeface="Arial" charset="0"/>
          <a:ea typeface="ＭＳ Ｐゴシック" pitchFamily="34" charset="-128"/>
        </a:defRPr>
      </a:lvl2pPr>
      <a:lvl3pPr algn="l" defTabSz="1006475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5E8B"/>
          </a:solidFill>
          <a:latin typeface="Arial" charset="0"/>
          <a:ea typeface="ＭＳ Ｐゴシック" pitchFamily="34" charset="-128"/>
        </a:defRPr>
      </a:lvl3pPr>
      <a:lvl4pPr algn="l" defTabSz="1006475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5E8B"/>
          </a:solidFill>
          <a:latin typeface="Arial" charset="0"/>
          <a:ea typeface="ＭＳ Ｐゴシック" pitchFamily="34" charset="-128"/>
        </a:defRPr>
      </a:lvl4pPr>
      <a:lvl5pPr algn="l" defTabSz="1006475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5E8B"/>
          </a:solidFill>
          <a:latin typeface="Arial" charset="0"/>
          <a:ea typeface="ＭＳ Ｐゴシック" pitchFamily="34" charset="-128"/>
        </a:defRPr>
      </a:lvl5pPr>
      <a:lvl6pPr marL="457200" algn="l" defTabSz="1006475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965E"/>
          </a:solidFill>
          <a:latin typeface="Arial" charset="0"/>
          <a:ea typeface="ＭＳ Ｐゴシック" pitchFamily="34" charset="-128"/>
        </a:defRPr>
      </a:lvl6pPr>
      <a:lvl7pPr marL="914400" algn="l" defTabSz="1006475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965E"/>
          </a:solidFill>
          <a:latin typeface="Arial" charset="0"/>
          <a:ea typeface="ＭＳ Ｐゴシック" pitchFamily="34" charset="-128"/>
        </a:defRPr>
      </a:lvl7pPr>
      <a:lvl8pPr marL="1371600" algn="l" defTabSz="1006475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965E"/>
          </a:solidFill>
          <a:latin typeface="Arial" charset="0"/>
          <a:ea typeface="ＭＳ Ｐゴシック" pitchFamily="34" charset="-128"/>
        </a:defRPr>
      </a:lvl8pPr>
      <a:lvl9pPr marL="1828800" algn="l" defTabSz="1006475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965E"/>
          </a:solidFill>
          <a:latin typeface="Arial" charset="0"/>
          <a:ea typeface="ＭＳ Ｐゴシック" pitchFamily="34" charset="-128"/>
        </a:defRPr>
      </a:lvl9pPr>
    </p:titleStyle>
    <p:bodyStyle>
      <a:lvl1pPr marL="377825" indent="-377825" algn="l" defTabSz="100647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b="1">
          <a:solidFill>
            <a:srgbClr val="000000"/>
          </a:solidFill>
          <a:latin typeface="Marianne" panose="02000000000000000000" pitchFamily="2" charset="0"/>
          <a:ea typeface="+mn-ea"/>
          <a:cs typeface="+mn-cs"/>
        </a:defRPr>
      </a:lvl1pPr>
      <a:lvl2pPr marL="817563" indent="-314325" algn="l" defTabSz="100647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&gt;"/>
        <a:defRPr sz="2200">
          <a:solidFill>
            <a:srgbClr val="000000"/>
          </a:solidFill>
          <a:latin typeface="Marianne" panose="02000000000000000000" pitchFamily="2" charset="0"/>
          <a:ea typeface="+mn-ea"/>
        </a:defRPr>
      </a:lvl2pPr>
      <a:lvl3pPr marL="1258888" indent="-250825" algn="l" defTabSz="100647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rgbClr val="000000"/>
          </a:solidFill>
          <a:latin typeface="Marianne" panose="02000000000000000000" pitchFamily="2" charset="0"/>
          <a:ea typeface="+mn-ea"/>
        </a:defRPr>
      </a:lvl3pPr>
      <a:lvl4pPr marL="1763713" indent="-250825" algn="l" defTabSz="100647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rgbClr val="000000"/>
          </a:solidFill>
          <a:latin typeface="Marianne" panose="02000000000000000000" pitchFamily="2" charset="0"/>
          <a:ea typeface="+mn-ea"/>
        </a:defRPr>
      </a:lvl4pPr>
      <a:lvl5pPr marL="2471738" indent="-457200" algn="l" defTabSz="100647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-"/>
        <a:defRPr sz="2000">
          <a:solidFill>
            <a:srgbClr val="000000"/>
          </a:solidFill>
          <a:latin typeface="Marianne" panose="02000000000000000000" pitchFamily="2" charset="0"/>
          <a:ea typeface="+mn-ea"/>
        </a:defRPr>
      </a:lvl5pPr>
      <a:lvl6pPr marL="2928938" indent="-457200" algn="l" defTabSz="1006475" rtl="0" eaLnBrk="1" fontAlgn="base" hangingPunct="1">
        <a:spcBef>
          <a:spcPct val="20000"/>
        </a:spcBef>
        <a:spcAft>
          <a:spcPct val="0"/>
        </a:spcAft>
        <a:buFont typeface="Arial" charset="0"/>
        <a:buChar char="-"/>
        <a:defRPr sz="2000">
          <a:solidFill>
            <a:schemeClr val="tx1"/>
          </a:solidFill>
          <a:latin typeface="+mn-lt"/>
          <a:ea typeface="+mn-ea"/>
        </a:defRPr>
      </a:lvl6pPr>
      <a:lvl7pPr marL="3386138" indent="-457200" algn="l" defTabSz="1006475" rtl="0" eaLnBrk="1" fontAlgn="base" hangingPunct="1">
        <a:spcBef>
          <a:spcPct val="20000"/>
        </a:spcBef>
        <a:spcAft>
          <a:spcPct val="0"/>
        </a:spcAft>
        <a:buFont typeface="Arial" charset="0"/>
        <a:buChar char="-"/>
        <a:defRPr sz="2000">
          <a:solidFill>
            <a:schemeClr val="tx1"/>
          </a:solidFill>
          <a:latin typeface="+mn-lt"/>
          <a:ea typeface="+mn-ea"/>
        </a:defRPr>
      </a:lvl7pPr>
      <a:lvl8pPr marL="3843338" indent="-457200" algn="l" defTabSz="1006475" rtl="0" eaLnBrk="1" fontAlgn="base" hangingPunct="1">
        <a:spcBef>
          <a:spcPct val="20000"/>
        </a:spcBef>
        <a:spcAft>
          <a:spcPct val="0"/>
        </a:spcAft>
        <a:buFont typeface="Arial" charset="0"/>
        <a:buChar char="-"/>
        <a:defRPr sz="2000">
          <a:solidFill>
            <a:schemeClr val="tx1"/>
          </a:solidFill>
          <a:latin typeface="+mn-lt"/>
          <a:ea typeface="+mn-ea"/>
        </a:defRPr>
      </a:lvl8pPr>
      <a:lvl9pPr marL="4300538" indent="-457200" algn="l" defTabSz="1006475" rtl="0" eaLnBrk="1" fontAlgn="base" hangingPunct="1">
        <a:spcBef>
          <a:spcPct val="20000"/>
        </a:spcBef>
        <a:spcAft>
          <a:spcPct val="0"/>
        </a:spcAft>
        <a:buFont typeface="Arial" charset="0"/>
        <a:buChar char="-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8135" userDrawn="1">
          <p15:clr>
            <a:srgbClr val="F26B43"/>
          </p15:clr>
        </p15:guide>
        <p15:guide id="3" pos="3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97A755B-14A1-0A49-89EC-8243FB0E129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8638" y="1058779"/>
            <a:ext cx="12914312" cy="596221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197DA1A-E852-434F-9CEC-5911AB3DD4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00" y="1058779"/>
            <a:ext cx="8947024" cy="5950521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Processus du DEX</a:t>
            </a:r>
            <a:br>
              <a:rPr lang="fr-FR" dirty="0"/>
            </a:br>
            <a:r>
              <a:rPr lang="fr-FR" sz="2400" b="0" dirty="0" err="1"/>
              <a:t>DEX</a:t>
            </a:r>
            <a:r>
              <a:rPr lang="fr-FR" sz="2400" b="0" dirty="0"/>
              <a:t> (Dossier d’exploitation)</a:t>
            </a:r>
            <a:endParaRPr lang="fr-FR" dirty="0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BEF5D5DA-A47A-7F46-B57D-EE3541F244E8}"/>
              </a:ext>
            </a:extLst>
          </p:cNvPr>
          <p:cNvCxnSpPr>
            <a:cxnSpLocks/>
          </p:cNvCxnSpPr>
          <p:nvPr/>
        </p:nvCxnSpPr>
        <p:spPr>
          <a:xfrm>
            <a:off x="528787" y="7020991"/>
            <a:ext cx="12385526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>
            <a:extLst>
              <a:ext uri="{FF2B5EF4-FFF2-40B4-BE49-F238E27FC236}">
                <a16:creationId xmlns:a16="http://schemas.microsoft.com/office/drawing/2014/main" id="{D8D3BA07-918A-FF4C-91CD-EA08730DFF0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" r="75"/>
          <a:stretch/>
        </p:blipFill>
        <p:spPr>
          <a:xfrm>
            <a:off x="6144161" y="2916536"/>
            <a:ext cx="7298789" cy="4644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707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BA07360A-E822-944F-85C5-8BAB82C8A5D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39999" y="972320"/>
            <a:ext cx="12374314" cy="2808312"/>
          </a:xfrm>
        </p:spPr>
        <p:txBody>
          <a:bodyPr/>
          <a:lstStyle/>
          <a:p>
            <a:pPr marL="7937" indent="0">
              <a:buNone/>
            </a:pPr>
            <a:r>
              <a:rPr lang="fr-FR" sz="2400" dirty="0"/>
              <a:t>Objectifs du DEX</a:t>
            </a:r>
            <a:br>
              <a:rPr lang="fr-FR" sz="2400" dirty="0"/>
            </a:br>
            <a:endParaRPr lang="fr-FR" sz="2400" dirty="0"/>
          </a:p>
          <a:p>
            <a:pPr marL="7937" indent="0">
              <a:buNone/>
            </a:pPr>
            <a:r>
              <a:rPr lang="fr-FR" sz="1600" b="0" dirty="0"/>
              <a:t>Le DEX (Dossier d’Exploitation) est un document essentiel pour l’exploitation des applications. Il contient les éléments techniques et opérationnels nécessaires pour assurer le bon fonctionnement et la maintenance des applications.</a:t>
            </a:r>
          </a:p>
          <a:p>
            <a:pPr marL="7937" indent="0">
              <a:buNone/>
            </a:pPr>
            <a:endParaRPr lang="fr-FR" sz="1800" b="0" dirty="0"/>
          </a:p>
          <a:p>
            <a:pPr marL="7937" indent="0">
              <a:buNone/>
            </a:pPr>
            <a:r>
              <a:rPr lang="fr-FR" sz="1800" b="0" dirty="0"/>
              <a:t>Utilité 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1800" b="0" dirty="0"/>
              <a:t>    Base de connaissance technique de l’application.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1800" b="0" dirty="0"/>
              <a:t>    Contient les consignes d’exploitation.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1800" b="0" dirty="0"/>
              <a:t>    Centralise les informations pour maintenir les conditions opérationnelles de l’application.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664C13-C2BB-5F42-9A6A-5E7685072BB3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pPr marL="7937" indent="0">
              <a:buNone/>
            </a:pPr>
            <a:r>
              <a:rPr lang="fr-FR" dirty="0"/>
              <a:t>Points clefs</a:t>
            </a:r>
          </a:p>
          <a:p>
            <a:r>
              <a:rPr lang="fr-FR" dirty="0"/>
              <a:t>Document qui centralise les informations</a:t>
            </a:r>
          </a:p>
          <a:p>
            <a:r>
              <a:rPr lang="fr-FR" dirty="0"/>
              <a:t>Document nécessaire pour l’exploitation</a:t>
            </a:r>
          </a:p>
          <a:p>
            <a:r>
              <a:rPr lang="fr-FR" dirty="0"/>
              <a:t>Doit être à jour</a:t>
            </a:r>
          </a:p>
          <a:p>
            <a:r>
              <a:rPr lang="fr-FR" dirty="0"/>
              <a:t>Emplacement du modèle de DEX :</a:t>
            </a:r>
          </a:p>
          <a:p>
            <a:pPr marL="7937" indent="0">
              <a:buNone/>
            </a:pPr>
            <a:r>
              <a:rPr lang="fr-FR" dirty="0"/>
              <a:t>\\SVFCVIN2\Commun\DSI\COMMUN\_Processus\DEX</a:t>
            </a:r>
          </a:p>
        </p:txBody>
      </p:sp>
      <p:pic>
        <p:nvPicPr>
          <p:cNvPr id="6" name="Espace réservé pour une image  5">
            <a:extLst>
              <a:ext uri="{FF2B5EF4-FFF2-40B4-BE49-F238E27FC236}">
                <a16:creationId xmlns:a16="http://schemas.microsoft.com/office/drawing/2014/main" id="{EA031DDA-F266-264A-863D-1F10253AFAF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854263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FF808631-6D6E-CA44-B526-347D2CA9C7DB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marL="7937" indent="0">
              <a:buNone/>
            </a:pPr>
            <a:r>
              <a:rPr lang="fr-FR" sz="2400" dirty="0"/>
              <a:t>Cas d’une nouvelle application</a:t>
            </a:r>
          </a:p>
          <a:p>
            <a:pPr marL="7937" lvl="1" indent="0">
              <a:buNone/>
            </a:pPr>
            <a:endParaRPr lang="fr-FR" sz="1400" dirty="0"/>
          </a:p>
          <a:p>
            <a:pPr marL="7937" lvl="1" indent="0">
              <a:buNone/>
            </a:pPr>
            <a:endParaRPr lang="fr-FR" sz="1400" dirty="0"/>
          </a:p>
          <a:p>
            <a:pPr marL="7937" indent="0">
              <a:buNone/>
            </a:pPr>
            <a:endParaRPr lang="fr-FR" sz="1600" b="0" dirty="0"/>
          </a:p>
          <a:p>
            <a:pPr marL="7937" indent="0">
              <a:buNone/>
            </a:pPr>
            <a:endParaRPr lang="fr-FR" sz="1600" b="0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F004B30F-5AF8-491F-9DC9-C3EEB70F8C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5211" y="1692399"/>
            <a:ext cx="4377655" cy="526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005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FF808631-6D6E-CA44-B526-347D2CA9C7DB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marL="7937" indent="0">
              <a:buNone/>
            </a:pPr>
            <a:r>
              <a:rPr lang="fr-FR" sz="2400" dirty="0"/>
              <a:t>Cas d’une nouvelle application</a:t>
            </a:r>
          </a:p>
          <a:p>
            <a:pPr marL="7937" indent="0">
              <a:buNone/>
            </a:pPr>
            <a:br>
              <a:rPr lang="fr-FR" sz="2400" dirty="0"/>
            </a:br>
            <a:endParaRPr lang="fr-FR" sz="1600" b="0" dirty="0"/>
          </a:p>
          <a:p>
            <a:endParaRPr lang="fr-FR" sz="1600" b="0" dirty="0"/>
          </a:p>
          <a:p>
            <a:pPr marL="7937" indent="0">
              <a:buNone/>
            </a:pPr>
            <a:r>
              <a:rPr lang="fr-FR" sz="1600" dirty="0"/>
              <a:t>Phase projet (1)</a:t>
            </a:r>
          </a:p>
          <a:p>
            <a:pPr marL="350837" lvl="1" indent="-342900">
              <a:buFont typeface="+mj-lt"/>
              <a:buAutoNum type="arabicPeriod"/>
            </a:pPr>
            <a:r>
              <a:rPr lang="fr-FR" sz="1400" dirty="0"/>
              <a:t> Initialisation : Création du document DEX à partir du modèle standard (Responsable : SPED).</a:t>
            </a:r>
          </a:p>
          <a:p>
            <a:pPr marL="350837" lvl="1" indent="-342900">
              <a:buFont typeface="+mj-lt"/>
              <a:buAutoNum type="arabicPeriod"/>
            </a:pPr>
            <a:r>
              <a:rPr lang="fr-FR" sz="1400" dirty="0"/>
              <a:t> Mise en place de l'infrastructure : Déploiement de l’infrastructure nécessaire (Responsable : SPED/Infra).</a:t>
            </a:r>
          </a:p>
          <a:p>
            <a:pPr marL="350837" lvl="1" indent="-342900">
              <a:buFont typeface="+mj-lt"/>
              <a:buAutoNum type="arabicPeriod"/>
            </a:pPr>
            <a:r>
              <a:rPr lang="fr-FR" sz="1400" dirty="0"/>
              <a:t> Complétion du DEX : Mise à jour continue du DEX au fur et à mesure de l’avancement du projet (Responsable : SPED/Infra).</a:t>
            </a:r>
          </a:p>
          <a:p>
            <a:pPr marL="7937" lvl="1" indent="0">
              <a:buNone/>
            </a:pPr>
            <a:endParaRPr lang="fr-FR" sz="1400" dirty="0"/>
          </a:p>
          <a:p>
            <a:pPr marL="7937" lvl="1" indent="0">
              <a:buNone/>
            </a:pPr>
            <a:r>
              <a:rPr lang="fr-FR" sz="1600" b="1" dirty="0"/>
              <a:t>Phase validation du DEX (2)</a:t>
            </a:r>
          </a:p>
          <a:p>
            <a:pPr marL="350837" lvl="1" indent="-342900">
              <a:buFont typeface="+mj-lt"/>
              <a:buAutoNum type="arabicPeriod"/>
            </a:pPr>
            <a:r>
              <a:rPr lang="fr-FR" sz="1400" dirty="0"/>
              <a:t> Transmission : Envoi du DEX à l’équipe d’exploitation pour relecture (Responsable : SPED).</a:t>
            </a:r>
          </a:p>
          <a:p>
            <a:pPr marL="350837" lvl="1" indent="-342900">
              <a:buFont typeface="+mj-lt"/>
              <a:buAutoNum type="arabicPeriod"/>
            </a:pPr>
            <a:r>
              <a:rPr lang="fr-FR" sz="1400" dirty="0"/>
              <a:t> Supervision : Mise en place de la supervision selon les spécifications du DEX (Responsable : Infra).</a:t>
            </a:r>
          </a:p>
          <a:p>
            <a:pPr marL="350837" lvl="1" indent="-342900">
              <a:buFont typeface="+mj-lt"/>
              <a:buAutoNum type="arabicPeriod"/>
            </a:pPr>
            <a:r>
              <a:rPr lang="fr-FR" sz="1400" dirty="0"/>
              <a:t> Ateliers : Organisation d’ateliers pour clarifier les détails du DEX si nécessaire (Initiative : Infra).</a:t>
            </a:r>
          </a:p>
          <a:p>
            <a:pPr marL="350837" lvl="1" indent="-342900">
              <a:buFont typeface="+mj-lt"/>
              <a:buAutoNum type="arabicPeriod"/>
            </a:pPr>
            <a:r>
              <a:rPr lang="fr-FR" sz="1400" dirty="0"/>
              <a:t> Validation : Réunion de validation finale (Responsable : Infra).</a:t>
            </a:r>
          </a:p>
          <a:p>
            <a:pPr marL="350837" lvl="1" indent="-342900">
              <a:buFont typeface="+mj-lt"/>
              <a:buAutoNum type="arabicPeriod"/>
            </a:pPr>
            <a:endParaRPr lang="fr-FR" sz="1400" dirty="0"/>
          </a:p>
          <a:p>
            <a:pPr marL="7937" lvl="1" indent="0">
              <a:buNone/>
            </a:pPr>
            <a:r>
              <a:rPr lang="fr-FR" sz="1600" b="1" dirty="0"/>
              <a:t>Phase run (3)</a:t>
            </a:r>
          </a:p>
          <a:p>
            <a:pPr marL="7937" lvl="1" indent="0">
              <a:buNone/>
            </a:pPr>
            <a:r>
              <a:rPr lang="fr-FR" sz="1400" dirty="0"/>
              <a:t>Exploitation : Gestion de l’exploitation de l’application (Responsable : Infra).</a:t>
            </a:r>
          </a:p>
          <a:p>
            <a:pPr marL="7937" lvl="1" indent="0">
              <a:buNone/>
            </a:pPr>
            <a:endParaRPr lang="fr-FR" sz="1400" dirty="0"/>
          </a:p>
          <a:p>
            <a:pPr marL="7937" indent="0">
              <a:buNone/>
            </a:pPr>
            <a:endParaRPr lang="fr-FR" sz="1600" b="0" dirty="0"/>
          </a:p>
          <a:p>
            <a:pPr marL="7937" indent="0">
              <a:buNone/>
            </a:pPr>
            <a:endParaRPr lang="fr-FR" sz="1600" b="0" dirty="0"/>
          </a:p>
        </p:txBody>
      </p:sp>
      <p:sp>
        <p:nvSpPr>
          <p:cNvPr id="3" name="Flèche : pentagone 2">
            <a:extLst>
              <a:ext uri="{FF2B5EF4-FFF2-40B4-BE49-F238E27FC236}">
                <a16:creationId xmlns:a16="http://schemas.microsoft.com/office/drawing/2014/main" id="{9F9A0121-F568-4081-A48E-726045E071E8}"/>
              </a:ext>
            </a:extLst>
          </p:cNvPr>
          <p:cNvSpPr/>
          <p:nvPr/>
        </p:nvSpPr>
        <p:spPr>
          <a:xfrm>
            <a:off x="600795" y="1869440"/>
            <a:ext cx="3813398" cy="524764"/>
          </a:xfrm>
          <a:prstGeom prst="homePlat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1 Projet</a:t>
            </a:r>
          </a:p>
        </p:txBody>
      </p:sp>
      <p:sp>
        <p:nvSpPr>
          <p:cNvPr id="4" name="Flèche : chevron 3">
            <a:extLst>
              <a:ext uri="{FF2B5EF4-FFF2-40B4-BE49-F238E27FC236}">
                <a16:creationId xmlns:a16="http://schemas.microsoft.com/office/drawing/2014/main" id="{5F309BD4-CD93-49BC-9548-0BCC025B91AD}"/>
              </a:ext>
            </a:extLst>
          </p:cNvPr>
          <p:cNvSpPr/>
          <p:nvPr/>
        </p:nvSpPr>
        <p:spPr>
          <a:xfrm>
            <a:off x="4273206" y="1869440"/>
            <a:ext cx="2880310" cy="524764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chemeClr val="tx1"/>
                </a:solidFill>
              </a:rPr>
              <a:t>2 Envoie pour relecture</a:t>
            </a:r>
          </a:p>
        </p:txBody>
      </p:sp>
      <p:sp>
        <p:nvSpPr>
          <p:cNvPr id="5" name="Flèche : chevron 4">
            <a:extLst>
              <a:ext uri="{FF2B5EF4-FFF2-40B4-BE49-F238E27FC236}">
                <a16:creationId xmlns:a16="http://schemas.microsoft.com/office/drawing/2014/main" id="{FD633C2B-4904-49C7-A735-F65D6C9609AF}"/>
              </a:ext>
            </a:extLst>
          </p:cNvPr>
          <p:cNvSpPr/>
          <p:nvPr/>
        </p:nvSpPr>
        <p:spPr>
          <a:xfrm>
            <a:off x="7039967" y="1857756"/>
            <a:ext cx="2201787" cy="524764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chemeClr val="tx1"/>
                </a:solidFill>
              </a:rPr>
              <a:t>2 Mise en place supervision</a:t>
            </a:r>
          </a:p>
        </p:txBody>
      </p:sp>
      <p:sp>
        <p:nvSpPr>
          <p:cNvPr id="6" name="Flèche : chevron 5">
            <a:extLst>
              <a:ext uri="{FF2B5EF4-FFF2-40B4-BE49-F238E27FC236}">
                <a16:creationId xmlns:a16="http://schemas.microsoft.com/office/drawing/2014/main" id="{30B919F4-25F1-481F-9CDD-A7BD31830686}"/>
              </a:ext>
            </a:extLst>
          </p:cNvPr>
          <p:cNvSpPr/>
          <p:nvPr/>
        </p:nvSpPr>
        <p:spPr>
          <a:xfrm>
            <a:off x="9130740" y="1852676"/>
            <a:ext cx="1761146" cy="524764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chemeClr val="tx1"/>
                </a:solidFill>
              </a:rPr>
              <a:t>2 Validation</a:t>
            </a:r>
          </a:p>
        </p:txBody>
      </p:sp>
      <p:sp>
        <p:nvSpPr>
          <p:cNvPr id="7" name="Flèche : chevron 6">
            <a:extLst>
              <a:ext uri="{FF2B5EF4-FFF2-40B4-BE49-F238E27FC236}">
                <a16:creationId xmlns:a16="http://schemas.microsoft.com/office/drawing/2014/main" id="{60FFAD24-5345-40D8-A496-AA5C7C503FEA}"/>
              </a:ext>
            </a:extLst>
          </p:cNvPr>
          <p:cNvSpPr/>
          <p:nvPr/>
        </p:nvSpPr>
        <p:spPr>
          <a:xfrm>
            <a:off x="10780783" y="1862582"/>
            <a:ext cx="2398032" cy="524764"/>
          </a:xfrm>
          <a:prstGeom prst="chevron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chemeClr val="tx1"/>
                </a:solidFill>
              </a:rPr>
              <a:t>3 RUN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09B851E9-DF3A-4970-BC67-73A310D09667}"/>
              </a:ext>
            </a:extLst>
          </p:cNvPr>
          <p:cNvCxnSpPr>
            <a:cxnSpLocks/>
          </p:cNvCxnSpPr>
          <p:nvPr/>
        </p:nvCxnSpPr>
        <p:spPr>
          <a:xfrm>
            <a:off x="10738487" y="1619503"/>
            <a:ext cx="0" cy="1224136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B8621F75-285A-440B-9C35-23B03C0D16DF}"/>
              </a:ext>
            </a:extLst>
          </p:cNvPr>
          <p:cNvSpPr txBox="1"/>
          <p:nvPr/>
        </p:nvSpPr>
        <p:spPr>
          <a:xfrm>
            <a:off x="10105851" y="1056779"/>
            <a:ext cx="18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rgbClr val="000000"/>
                </a:solidFill>
              </a:rPr>
              <a:t>Ouverture aux utilisateurs</a:t>
            </a:r>
          </a:p>
        </p:txBody>
      </p:sp>
    </p:spTree>
    <p:extLst>
      <p:ext uri="{BB962C8B-B14F-4D97-AF65-F5344CB8AC3E}">
        <p14:creationId xmlns:p14="http://schemas.microsoft.com/office/powerpoint/2010/main" val="4113634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FF808631-6D6E-CA44-B526-347D2CA9C7DB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marL="7937" indent="0">
              <a:buNone/>
            </a:pPr>
            <a:r>
              <a:rPr lang="fr-FR" sz="2400" dirty="0"/>
              <a:t>Cas d’un projet modifiant techniquement l’application</a:t>
            </a:r>
          </a:p>
          <a:p>
            <a:pPr marL="7937" indent="0">
              <a:buNone/>
            </a:pPr>
            <a:br>
              <a:rPr lang="fr-FR" sz="2400" dirty="0"/>
            </a:br>
            <a:endParaRPr lang="fr-FR" sz="1400" dirty="0"/>
          </a:p>
          <a:p>
            <a:pPr marL="7937" lvl="1" indent="0">
              <a:buNone/>
            </a:pPr>
            <a:endParaRPr lang="fr-FR" sz="1400" dirty="0"/>
          </a:p>
          <a:p>
            <a:pPr marL="7937" indent="0">
              <a:buNone/>
            </a:pPr>
            <a:endParaRPr lang="fr-FR" sz="1600" b="0" dirty="0"/>
          </a:p>
          <a:p>
            <a:pPr marL="7937" indent="0">
              <a:buNone/>
            </a:pPr>
            <a:endParaRPr lang="fr-FR" sz="1600" b="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482071E-CC53-4CD1-BC07-108D9DD94F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999" y="1754830"/>
            <a:ext cx="3935232" cy="4736705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2AD27E07-F039-4E4F-AFFD-2EE3C55672B1}"/>
              </a:ext>
            </a:extLst>
          </p:cNvPr>
          <p:cNvSpPr txBox="1"/>
          <p:nvPr/>
        </p:nvSpPr>
        <p:spPr>
          <a:xfrm>
            <a:off x="6289427" y="3863848"/>
            <a:ext cx="1224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0000"/>
                </a:solidFill>
              </a:rPr>
              <a:t>OU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F95B63F6-3F9E-4B91-8944-74497C0905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540" y="1749448"/>
            <a:ext cx="3939704" cy="4742088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2F65B9F4-3A95-45A6-ABE1-CFC1CC755AE1}"/>
              </a:ext>
            </a:extLst>
          </p:cNvPr>
          <p:cNvSpPr txBox="1"/>
          <p:nvPr/>
        </p:nvSpPr>
        <p:spPr>
          <a:xfrm>
            <a:off x="9673805" y="6520963"/>
            <a:ext cx="2664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000000"/>
                </a:solidFill>
              </a:rPr>
              <a:t>Modification technique due à un projet infrastructure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938535A-287E-411A-A912-AF60A2A8C193}"/>
              </a:ext>
            </a:extLst>
          </p:cNvPr>
          <p:cNvSpPr txBox="1"/>
          <p:nvPr/>
        </p:nvSpPr>
        <p:spPr>
          <a:xfrm>
            <a:off x="1220216" y="6520963"/>
            <a:ext cx="252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000000"/>
                </a:solidFill>
              </a:rPr>
              <a:t>Modification technique due à un projet MOE</a:t>
            </a:r>
          </a:p>
        </p:txBody>
      </p:sp>
    </p:spTree>
    <p:extLst>
      <p:ext uri="{BB962C8B-B14F-4D97-AF65-F5344CB8AC3E}">
        <p14:creationId xmlns:p14="http://schemas.microsoft.com/office/powerpoint/2010/main" val="895545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FF808631-6D6E-CA44-B526-347D2CA9C7DB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39999" y="1280398"/>
            <a:ext cx="12374314" cy="4804489"/>
          </a:xfrm>
        </p:spPr>
        <p:txBody>
          <a:bodyPr/>
          <a:lstStyle/>
          <a:p>
            <a:pPr marL="7937" indent="0">
              <a:buNone/>
            </a:pPr>
            <a:r>
              <a:rPr lang="fr-FR" sz="2400" dirty="0"/>
              <a:t>Cas modification techniquement l’application</a:t>
            </a:r>
          </a:p>
          <a:p>
            <a:pPr marL="7937" indent="0">
              <a:buNone/>
            </a:pPr>
            <a:br>
              <a:rPr lang="fr-FR" sz="2400" dirty="0"/>
            </a:br>
            <a:endParaRPr lang="fr-FR" sz="1600" b="0" dirty="0"/>
          </a:p>
          <a:p>
            <a:endParaRPr lang="fr-FR" sz="1600" b="0" dirty="0"/>
          </a:p>
          <a:p>
            <a:pPr marL="7937" lvl="1" indent="0">
              <a:buNone/>
            </a:pPr>
            <a:r>
              <a:rPr lang="fr-FR" sz="1600" b="1" dirty="0"/>
              <a:t>Phase projet (1)</a:t>
            </a:r>
          </a:p>
          <a:p>
            <a:pPr marL="7937" lvl="1" indent="0">
              <a:buNone/>
            </a:pPr>
            <a:r>
              <a:rPr lang="fr-FR" sz="1400" dirty="0"/>
              <a:t>Modification DEX : Mise à jour des éléments du DEX en fonction des modifications techniques apportées par le projet (Responsable : SPED/Infra).</a:t>
            </a:r>
          </a:p>
          <a:p>
            <a:pPr marL="7937" lvl="1" indent="0">
              <a:buNone/>
            </a:pPr>
            <a:endParaRPr lang="fr-FR" sz="1400" dirty="0"/>
          </a:p>
          <a:p>
            <a:pPr marL="7937" lvl="1" indent="0">
              <a:buNone/>
            </a:pPr>
            <a:r>
              <a:rPr lang="fr-FR" sz="1600" b="1" dirty="0"/>
              <a:t>Phase validation du DEX (2)</a:t>
            </a:r>
          </a:p>
          <a:p>
            <a:pPr marL="350837" lvl="1" indent="-342900">
              <a:buFont typeface="+mj-lt"/>
              <a:buAutoNum type="arabicPeriod"/>
            </a:pPr>
            <a:r>
              <a:rPr lang="fr-FR" sz="1400" dirty="0"/>
              <a:t> Transmission : Envoi du DEX mis à jour à l’équipe d’exploitation pour relecture (Responsable : SPED/Infra).</a:t>
            </a:r>
          </a:p>
          <a:p>
            <a:pPr marL="350837" lvl="1" indent="-342900">
              <a:buFont typeface="+mj-lt"/>
              <a:buAutoNum type="arabicPeriod"/>
            </a:pPr>
            <a:r>
              <a:rPr lang="fr-FR" sz="1400" dirty="0"/>
              <a:t>  Supervision : Modification de la supervision si nécessaire (Responsable : Infra).</a:t>
            </a:r>
          </a:p>
          <a:p>
            <a:pPr marL="350837" lvl="1" indent="-342900">
              <a:buFont typeface="+mj-lt"/>
              <a:buAutoNum type="arabicPeriod"/>
            </a:pPr>
            <a:r>
              <a:rPr lang="fr-FR" sz="1400" dirty="0"/>
              <a:t>  Ateliers : Organisation d’ateliers pour clarifier les détails du DEX si nécessaire (Initiative : Infra).</a:t>
            </a:r>
          </a:p>
          <a:p>
            <a:pPr marL="350837" lvl="1" indent="-342900">
              <a:buFont typeface="+mj-lt"/>
              <a:buAutoNum type="arabicPeriod"/>
            </a:pPr>
            <a:r>
              <a:rPr lang="fr-FR" sz="1400" dirty="0"/>
              <a:t>  Validation : Réunion de validation finale (Responsable : Infra).</a:t>
            </a:r>
          </a:p>
          <a:p>
            <a:pPr marL="350837" lvl="1" indent="-342900">
              <a:buFont typeface="+mj-lt"/>
              <a:buAutoNum type="arabicPeriod"/>
            </a:pPr>
            <a:endParaRPr lang="fr-FR" sz="1400" dirty="0"/>
          </a:p>
          <a:p>
            <a:pPr marL="7937" lvl="1" indent="0">
              <a:buNone/>
            </a:pPr>
            <a:r>
              <a:rPr lang="fr-FR" sz="1600" b="1" dirty="0"/>
              <a:t>Phase run (3)</a:t>
            </a:r>
          </a:p>
          <a:p>
            <a:pPr marL="7937" lvl="1" indent="0">
              <a:buNone/>
            </a:pPr>
            <a:r>
              <a:rPr lang="fr-FR" sz="1400" dirty="0"/>
              <a:t>Exploitation : Gestion de l’exploitation de l’application modifiée (Responsable : Infra)</a:t>
            </a:r>
          </a:p>
          <a:p>
            <a:pPr marL="7937" lvl="1" indent="0">
              <a:buNone/>
            </a:pPr>
            <a:endParaRPr lang="fr-FR" sz="1400" dirty="0"/>
          </a:p>
          <a:p>
            <a:pPr marL="7937" indent="0">
              <a:buNone/>
            </a:pPr>
            <a:endParaRPr lang="fr-FR" sz="1600" b="0" dirty="0"/>
          </a:p>
          <a:p>
            <a:pPr marL="7937" indent="0">
              <a:buNone/>
            </a:pPr>
            <a:endParaRPr lang="fr-FR" sz="1600" b="0" dirty="0"/>
          </a:p>
        </p:txBody>
      </p:sp>
      <p:sp>
        <p:nvSpPr>
          <p:cNvPr id="3" name="Flèche : pentagone 2">
            <a:extLst>
              <a:ext uri="{FF2B5EF4-FFF2-40B4-BE49-F238E27FC236}">
                <a16:creationId xmlns:a16="http://schemas.microsoft.com/office/drawing/2014/main" id="{9F9A0121-F568-4081-A48E-726045E071E8}"/>
              </a:ext>
            </a:extLst>
          </p:cNvPr>
          <p:cNvSpPr/>
          <p:nvPr/>
        </p:nvSpPr>
        <p:spPr>
          <a:xfrm>
            <a:off x="600795" y="1869440"/>
            <a:ext cx="3761655" cy="524764"/>
          </a:xfrm>
          <a:prstGeom prst="homePlat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1 Projet</a:t>
            </a:r>
          </a:p>
        </p:txBody>
      </p:sp>
      <p:sp>
        <p:nvSpPr>
          <p:cNvPr id="4" name="Flèche : chevron 3">
            <a:extLst>
              <a:ext uri="{FF2B5EF4-FFF2-40B4-BE49-F238E27FC236}">
                <a16:creationId xmlns:a16="http://schemas.microsoft.com/office/drawing/2014/main" id="{5F309BD4-CD93-49BC-9548-0BCC025B91AD}"/>
              </a:ext>
            </a:extLst>
          </p:cNvPr>
          <p:cNvSpPr/>
          <p:nvPr/>
        </p:nvSpPr>
        <p:spPr>
          <a:xfrm>
            <a:off x="4273204" y="1869440"/>
            <a:ext cx="2880312" cy="524764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chemeClr val="tx1"/>
                </a:solidFill>
              </a:rPr>
              <a:t>2 Envoie pour relecture</a:t>
            </a:r>
          </a:p>
        </p:txBody>
      </p:sp>
      <p:sp>
        <p:nvSpPr>
          <p:cNvPr id="5" name="Flèche : chevron 4">
            <a:extLst>
              <a:ext uri="{FF2B5EF4-FFF2-40B4-BE49-F238E27FC236}">
                <a16:creationId xmlns:a16="http://schemas.microsoft.com/office/drawing/2014/main" id="{FD633C2B-4904-49C7-A735-F65D6C9609AF}"/>
              </a:ext>
            </a:extLst>
          </p:cNvPr>
          <p:cNvSpPr/>
          <p:nvPr/>
        </p:nvSpPr>
        <p:spPr>
          <a:xfrm>
            <a:off x="7039968" y="1852676"/>
            <a:ext cx="2129779" cy="529843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chemeClr val="tx1"/>
                </a:solidFill>
              </a:rPr>
              <a:t>2 Modification supervision</a:t>
            </a:r>
          </a:p>
        </p:txBody>
      </p:sp>
      <p:sp>
        <p:nvSpPr>
          <p:cNvPr id="6" name="Flèche : chevron 5">
            <a:extLst>
              <a:ext uri="{FF2B5EF4-FFF2-40B4-BE49-F238E27FC236}">
                <a16:creationId xmlns:a16="http://schemas.microsoft.com/office/drawing/2014/main" id="{30B919F4-25F1-481F-9CDD-A7BD31830686}"/>
              </a:ext>
            </a:extLst>
          </p:cNvPr>
          <p:cNvSpPr/>
          <p:nvPr/>
        </p:nvSpPr>
        <p:spPr>
          <a:xfrm>
            <a:off x="9064781" y="1852676"/>
            <a:ext cx="1763615" cy="529844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chemeClr val="tx1"/>
                </a:solidFill>
              </a:rPr>
              <a:t>2 Validation</a:t>
            </a:r>
          </a:p>
        </p:txBody>
      </p:sp>
      <p:sp>
        <p:nvSpPr>
          <p:cNvPr id="7" name="Flèche : chevron 6">
            <a:extLst>
              <a:ext uri="{FF2B5EF4-FFF2-40B4-BE49-F238E27FC236}">
                <a16:creationId xmlns:a16="http://schemas.microsoft.com/office/drawing/2014/main" id="{60FFAD24-5345-40D8-A496-AA5C7C503FEA}"/>
              </a:ext>
            </a:extLst>
          </p:cNvPr>
          <p:cNvSpPr/>
          <p:nvPr/>
        </p:nvSpPr>
        <p:spPr>
          <a:xfrm>
            <a:off x="10753923" y="1852676"/>
            <a:ext cx="2398032" cy="524764"/>
          </a:xfrm>
          <a:prstGeom prst="chevron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chemeClr val="tx1"/>
                </a:solidFill>
              </a:rPr>
              <a:t>3 RUN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09B851E9-DF3A-4970-BC67-73A310D09667}"/>
              </a:ext>
            </a:extLst>
          </p:cNvPr>
          <p:cNvCxnSpPr>
            <a:cxnSpLocks/>
          </p:cNvCxnSpPr>
          <p:nvPr/>
        </p:nvCxnSpPr>
        <p:spPr>
          <a:xfrm>
            <a:off x="10738487" y="1619503"/>
            <a:ext cx="0" cy="1224136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B8621F75-285A-440B-9C35-23B03C0D16DF}"/>
              </a:ext>
            </a:extLst>
          </p:cNvPr>
          <p:cNvSpPr txBox="1"/>
          <p:nvPr/>
        </p:nvSpPr>
        <p:spPr>
          <a:xfrm>
            <a:off x="9979543" y="1280398"/>
            <a:ext cx="1800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rgbClr val="000000"/>
                </a:solidFill>
              </a:rPr>
              <a:t>Mise en production</a:t>
            </a:r>
          </a:p>
        </p:txBody>
      </p:sp>
    </p:spTree>
    <p:extLst>
      <p:ext uri="{BB962C8B-B14F-4D97-AF65-F5344CB8AC3E}">
        <p14:creationId xmlns:p14="http://schemas.microsoft.com/office/powerpoint/2010/main" val="1726380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FF808631-6D6E-CA44-B526-347D2CA9C7DB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marL="7937" indent="0">
              <a:buNone/>
            </a:pPr>
            <a:r>
              <a:rPr lang="fr-FR" sz="2400" dirty="0"/>
              <a:t>RACI (Responsable, Approbateur, Consulté, Informé)</a:t>
            </a:r>
          </a:p>
          <a:p>
            <a:pPr marL="7937" indent="0">
              <a:buNone/>
            </a:pPr>
            <a:endParaRPr lang="fr-FR" sz="2400" dirty="0"/>
          </a:p>
          <a:p>
            <a:pPr marL="7937" indent="0">
              <a:buNone/>
            </a:pPr>
            <a:r>
              <a:rPr lang="fr-FR" sz="1600" dirty="0"/>
              <a:t>Cas d’une Nouvelle Application</a:t>
            </a:r>
          </a:p>
          <a:p>
            <a:pPr marL="7937" indent="0">
              <a:buNone/>
            </a:pPr>
            <a:endParaRPr lang="fr-FR" sz="1600" dirty="0"/>
          </a:p>
          <a:p>
            <a:pPr marL="7937" indent="0">
              <a:buNone/>
            </a:pPr>
            <a:endParaRPr lang="fr-FR" sz="1600" dirty="0"/>
          </a:p>
          <a:p>
            <a:pPr marL="7937" indent="0">
              <a:buNone/>
            </a:pPr>
            <a:endParaRPr lang="fr-FR" sz="1600" dirty="0"/>
          </a:p>
          <a:p>
            <a:pPr marL="7937" indent="0">
              <a:buNone/>
            </a:pPr>
            <a:endParaRPr lang="fr-FR" sz="1600" dirty="0"/>
          </a:p>
          <a:p>
            <a:pPr marL="7937" indent="0">
              <a:buNone/>
            </a:pPr>
            <a:endParaRPr lang="fr-FR" sz="1600" dirty="0"/>
          </a:p>
          <a:p>
            <a:pPr marL="7937" indent="0">
              <a:buNone/>
            </a:pPr>
            <a:endParaRPr lang="fr-FR" sz="1600" dirty="0"/>
          </a:p>
          <a:p>
            <a:pPr marL="7937" indent="0">
              <a:buNone/>
            </a:pPr>
            <a:r>
              <a:rPr lang="fr-FR" sz="1600" dirty="0"/>
              <a:t>Cas d’un projet modifiant techniquement l’Application</a:t>
            </a:r>
          </a:p>
          <a:p>
            <a:pPr marL="7937" indent="0">
              <a:buNone/>
            </a:pPr>
            <a:endParaRPr lang="fr-FR" sz="1600" dirty="0"/>
          </a:p>
          <a:p>
            <a:pPr marL="7937" indent="0">
              <a:buNone/>
            </a:pPr>
            <a:endParaRPr lang="fr-FR" sz="1600" dirty="0"/>
          </a:p>
          <a:p>
            <a:pPr marL="7937" indent="0">
              <a:buNone/>
            </a:pPr>
            <a:endParaRPr lang="fr-FR" sz="1600" dirty="0"/>
          </a:p>
          <a:p>
            <a:pPr marL="7937" indent="0">
              <a:buNone/>
            </a:pPr>
            <a:endParaRPr lang="fr-FR" sz="1600" dirty="0"/>
          </a:p>
          <a:p>
            <a:pPr marL="7937" indent="0">
              <a:buNone/>
            </a:pPr>
            <a:endParaRPr lang="fr-FR" sz="1600" dirty="0"/>
          </a:p>
          <a:p>
            <a:pPr marL="7937" indent="0">
              <a:buNone/>
            </a:pPr>
            <a:endParaRPr lang="fr-FR" sz="1600" dirty="0"/>
          </a:p>
          <a:p>
            <a:pPr marL="7937" indent="0">
              <a:buNone/>
            </a:pPr>
            <a:endParaRPr lang="fr-FR" sz="1600" dirty="0"/>
          </a:p>
          <a:p>
            <a:pPr marL="7937" indent="0">
              <a:buNone/>
            </a:pPr>
            <a:r>
              <a:rPr lang="fr-FR" sz="1600" b="0" dirty="0"/>
              <a:t>*en fonction de l’origine du projet (infrastructure ou MOE)</a:t>
            </a:r>
          </a:p>
          <a:p>
            <a:pPr marL="7937" indent="0">
              <a:buNone/>
            </a:pPr>
            <a:endParaRPr lang="fr-FR" sz="1600" dirty="0"/>
          </a:p>
          <a:p>
            <a:pPr marL="7937" indent="0">
              <a:buNone/>
            </a:pPr>
            <a:endParaRPr lang="fr-FR" sz="1600" dirty="0"/>
          </a:p>
          <a:p>
            <a:pPr marL="7937" indent="0">
              <a:buNone/>
            </a:pPr>
            <a:endParaRPr lang="fr-FR" sz="2400" dirty="0"/>
          </a:p>
          <a:p>
            <a:pPr marL="7937" lvl="1" indent="0">
              <a:buNone/>
            </a:pPr>
            <a:endParaRPr lang="fr-FR" sz="1400" dirty="0"/>
          </a:p>
          <a:p>
            <a:pPr marL="7937" lvl="1" indent="0">
              <a:buNone/>
            </a:pPr>
            <a:endParaRPr lang="fr-FR" sz="1400" dirty="0"/>
          </a:p>
          <a:p>
            <a:pPr marL="7937" indent="0">
              <a:buNone/>
            </a:pPr>
            <a:endParaRPr lang="fr-FR" sz="1600" b="0" dirty="0"/>
          </a:p>
          <a:p>
            <a:pPr marL="7937" indent="0">
              <a:buNone/>
            </a:pPr>
            <a:endParaRPr lang="fr-FR" sz="1600" b="0" dirty="0"/>
          </a:p>
        </p:txBody>
      </p:sp>
      <p:graphicFrame>
        <p:nvGraphicFramePr>
          <p:cNvPr id="4" name="Objet 3">
            <a:extLst>
              <a:ext uri="{FF2B5EF4-FFF2-40B4-BE49-F238E27FC236}">
                <a16:creationId xmlns:a16="http://schemas.microsoft.com/office/drawing/2014/main" id="{32077D11-3085-42E4-8120-A62DA8AF79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4865067"/>
              </p:ext>
            </p:extLst>
          </p:nvPr>
        </p:nvGraphicFramePr>
        <p:xfrm>
          <a:off x="539999" y="2484487"/>
          <a:ext cx="7236588" cy="15334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Worksheet" r:id="rId3" imgW="5438859" imgH="1152681" progId="Excel.Sheet.12">
                  <p:embed/>
                </p:oleObj>
              </mc:Choice>
              <mc:Fallback>
                <p:oleObj name="Worksheet" r:id="rId3" imgW="5438859" imgH="115268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9999" y="2484487"/>
                        <a:ext cx="7236588" cy="15334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Image 5">
            <a:extLst>
              <a:ext uri="{FF2B5EF4-FFF2-40B4-BE49-F238E27FC236}">
                <a16:creationId xmlns:a16="http://schemas.microsoft.com/office/drawing/2014/main" id="{927FC672-DE8F-41DD-998E-0DB8474111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998" y="4545799"/>
            <a:ext cx="7236588" cy="1735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4775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85&quot;&gt;&lt;property id=&quot;20148&quot; value=&quot;5&quot;/&gt;&lt;property id=&quot;20300&quot; value=&quot;Diapositive 1&quot;/&gt;&lt;property id=&quot;20307&quot; value=&quot;256&quot;/&gt;&lt;/object&gt;&lt;object type=&quot;3&quot; unique_id=&quot;10086&quot;&gt;&lt;property id=&quot;20148&quot; value=&quot;5&quot;/&gt;&lt;property id=&quot;20300&quot; value=&quot;Diapositive 2&quot;/&gt;&lt;property id=&quot;20307&quot; value=&quot;257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PNP - diaporama-v2">
  <a:themeElements>
    <a:clrScheme name="Parca national des Calanques">
      <a:dk1>
        <a:srgbClr val="FFFFFF"/>
      </a:dk1>
      <a:lt1>
        <a:srgbClr val="FFFFFF"/>
      </a:lt1>
      <a:dk2>
        <a:srgbClr val="FFFFFF"/>
      </a:dk2>
      <a:lt2>
        <a:srgbClr val="FFFFFF"/>
      </a:lt2>
      <a:accent1>
        <a:srgbClr val="007DBA"/>
      </a:accent1>
      <a:accent2>
        <a:srgbClr val="97D700"/>
      </a:accent2>
      <a:accent3>
        <a:srgbClr val="E87703"/>
      </a:accent3>
      <a:accent4>
        <a:srgbClr val="840B55"/>
      </a:accent4>
      <a:accent5>
        <a:srgbClr val="FFFFFF"/>
      </a:accent5>
      <a:accent6>
        <a:srgbClr val="FFFFFF"/>
      </a:accent6>
      <a:hlink>
        <a:srgbClr val="007DBA"/>
      </a:hlink>
      <a:folHlink>
        <a:srgbClr val="007DBA"/>
      </a:folHlink>
    </a:clrScheme>
    <a:fontScheme name="PNP - diaporama-v2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NP - diaporama-v2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B_DIAPORAMA_COM EXTERNE PPT" id="{920D53C1-318F-0D43-8CED-3432A4E06029}" vid="{C33DBE52-0177-5347-B1D0-B03A44A4EC59}"/>
    </a:ext>
  </a:extLst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Procesus deploiement</Template>
  <TotalTime>3970</TotalTime>
  <Words>487</Words>
  <Application>Microsoft Office PowerPoint</Application>
  <PresentationFormat>Personnalisé</PresentationFormat>
  <Paragraphs>90</Paragraphs>
  <Slides>7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4" baseType="lpstr">
      <vt:lpstr>ＭＳ Ｐゴシック</vt:lpstr>
      <vt:lpstr>Arial</vt:lpstr>
      <vt:lpstr>Calibri</vt:lpstr>
      <vt:lpstr>Marianne</vt:lpstr>
      <vt:lpstr>Wingdings</vt:lpstr>
      <vt:lpstr>PNP - diaporama-v2</vt:lpstr>
      <vt:lpstr>Feuille de calcul Microsoft Excel</vt:lpstr>
      <vt:lpstr>Processus du DEX DEX (Dossier d’exploitation)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L’OFFICE FRANÇAIS DE LA BIODIVERSITÉ Un nouvel établissement public, une nouvelle force pour la biodiversité</dc:title>
  <dc:creator>GUILLOTON Arthur</dc:creator>
  <cp:lastModifiedBy>GUILLOTON Arthur</cp:lastModifiedBy>
  <cp:revision>76</cp:revision>
  <dcterms:created xsi:type="dcterms:W3CDTF">2024-02-13T08:30:52Z</dcterms:created>
  <dcterms:modified xsi:type="dcterms:W3CDTF">2024-05-31T08:20:33Z</dcterms:modified>
</cp:coreProperties>
</file>